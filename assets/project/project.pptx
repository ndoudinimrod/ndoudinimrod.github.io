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83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C0C"/>
    <a:srgbClr val="024437"/>
    <a:srgbClr val="031C1F"/>
    <a:srgbClr val="9D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50" autoAdjust="0"/>
    <p:restoredTop sz="94660"/>
  </p:normalViewPr>
  <p:slideViewPr>
    <p:cSldViewPr snapToGrid="0">
      <p:cViewPr>
        <p:scale>
          <a:sx n="60" d="100"/>
          <a:sy n="60" d="100"/>
        </p:scale>
        <p:origin x="129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2CC47-AECC-4025-EAEB-E3D8E43BE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48CE82-0902-D766-AF6B-6D1F67FE7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D06356-B054-C13E-52F3-C7DF1B2D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0D6531-0957-AB37-0F37-62E05BC7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58BA9F-E5B3-9F1F-1834-F887B2638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7659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B30D9-7997-DA21-FAC6-F85F3336A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C97E59-1D34-7797-3B9A-AF67B0314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75EAD6-9FF0-ACD6-D5C7-505020AE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E5749C-4D4C-AAE0-9512-DEEA54F9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D08CC-416E-EB84-7D0B-1253AF82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65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7E011A-513B-C212-C8FD-32901FA40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0A0F86-A53C-0C65-7D50-D7A96A25B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A6A5ED-BFEC-8E7D-AAA1-2343CDE4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7B0DAF-C8C3-8C90-AB7E-BAC12E17C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4B518C-A014-660E-800B-866EA2F2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22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CD7FE-BF54-2EDF-3A6E-55D768B3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B98C3E-05EE-8F03-0F76-A3BB77659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AA7FADE-75CA-4574-66CF-203794D45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90777D-1794-9AB2-CBE8-E68407B47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4818C0-2879-1B57-400A-40268F947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DBB49E-D111-3850-CF85-08CE22BC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B04525-A0A6-6A12-5471-524973E7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4E7769-BC60-7117-A984-B4105216B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2B8FC2A-9B59-C665-3F88-D039F8BAF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48B62BB-9C48-DBE0-A15F-B7AFD18D8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371A1D-AC0B-B886-5B6C-AAB0E89E1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8B7C25D-48D2-6FC8-4232-1ED810CD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AA56CE-90AA-93D3-E6DB-FEC398B0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AF5E859-17F5-3E97-DAD9-B3735316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053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B6E07-DD3D-A880-452A-3629B54A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7E5E576-D483-8326-391B-0E337BC68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314380A-2B87-6230-E2D5-CF230464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D5514E-4D4E-D152-A008-C81B6B5E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466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E3C5066-9792-4343-FA23-ABDF10934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4771F08-19FB-5EEC-8A1D-25DAD4BC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2A8B41-6695-6420-7A4E-79E0202F8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84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BC4075-5DA4-54A2-2C8E-6AEF98FB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DAC29D-ACF5-A6E4-6946-6384193C7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382F7CD-935D-A00F-EE03-254E2CC27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C7CCCD-CDC7-F8BB-6DF4-3C12884D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C36BA9-8958-60B4-F5B0-58276AA4E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33D449-819F-2061-FB61-AF14D70C3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87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483875-D7F4-DD18-E7C1-072AF320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3BC1E7-C721-3FCD-3396-682357ACE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6FFC6A-3E07-05D5-D135-7FC50FF36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04D2DE-74CD-C76B-DAF8-4B5BB4C6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4EA7C1-A1A1-3B34-9836-DF95A6FF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8346BC-CA61-A0D8-1AAE-1F358F54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421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EB7859-7454-D9F3-14AF-002ABE215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4A9867-3FF7-9AF0-47B2-1D1AB90FF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417128-87F4-E39F-DBBC-6306A7F3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58CB8C-BFC9-F962-2518-161D284F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E3788B-EAFD-38A5-A8B2-7BCDDC16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5664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2DC0541-0888-F29A-DA1A-FC767A3DE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ABCE4FC-8F8B-8688-2B3B-25391C497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4692E0-4D42-4995-40AD-CBBCF136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5FC46E-C0C8-B63E-9413-6D7909022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4DB3A2-EFC7-8F6E-B4CF-6385A8D9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13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084F895-6AC1-98EC-BD94-0352957E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23F11D-8F97-0B63-EFE5-FC8CB53F0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640313-5E0B-D9F1-A313-1753AF9B5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D4A40-7BDB-4F70-A797-96ACB408B356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B18BD9-301C-AECD-8632-9B3690FFA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AD248C-EC0E-87CC-BABA-2AB7E405D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BA743-4E30-430F-A252-F55D1C128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53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More-Coming-Soon | Gaf Tech">
            <a:extLst>
              <a:ext uri="{FF2B5EF4-FFF2-40B4-BE49-F238E27FC236}">
                <a16:creationId xmlns:a16="http://schemas.microsoft.com/office/drawing/2014/main" id="{084FBE5E-7294-19AB-1C73-56DFAA4F0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0"/>
            <a:ext cx="10972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 descr="Une image contenant Graphique, logo, graphisme, symbole&#10;&#10;Le contenu généré par l’IA peut être incorrect.">
            <a:extLst>
              <a:ext uri="{FF2B5EF4-FFF2-40B4-BE49-F238E27FC236}">
                <a16:creationId xmlns:a16="http://schemas.microsoft.com/office/drawing/2014/main" id="{FFE27C13-48F5-E9DE-EBE9-5429D614A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9600" y="-1"/>
            <a:ext cx="1901009" cy="1908613"/>
          </a:xfrm>
          <a:prstGeom prst="rect">
            <a:avLst/>
          </a:prstGeom>
        </p:spPr>
      </p:pic>
      <p:pic>
        <p:nvPicPr>
          <p:cNvPr id="4" name="Image 3" descr="Une image contenant Graphique, logo, graphisme, symbole&#10;&#10;Le contenu généré par l’IA peut être incorrect.">
            <a:extLst>
              <a:ext uri="{FF2B5EF4-FFF2-40B4-BE49-F238E27FC236}">
                <a16:creationId xmlns:a16="http://schemas.microsoft.com/office/drawing/2014/main" id="{B2EE0374-2B59-E3D0-880A-90E4F65D4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10" y="5248270"/>
            <a:ext cx="1901009" cy="1908613"/>
          </a:xfrm>
          <a:prstGeom prst="rect">
            <a:avLst/>
          </a:prstGeom>
        </p:spPr>
      </p:pic>
      <p:pic>
        <p:nvPicPr>
          <p:cNvPr id="5" name="Image 4" descr="Une image contenant Graphique, logo, graphisme, symbole&#10;&#10;Le contenu généré par l’IA peut être incorrect.">
            <a:extLst>
              <a:ext uri="{FF2B5EF4-FFF2-40B4-BE49-F238E27FC236}">
                <a16:creationId xmlns:a16="http://schemas.microsoft.com/office/drawing/2014/main" id="{4006F9CA-D032-4E5F-2FFF-BEEE582AB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10" y="-2"/>
            <a:ext cx="1901009" cy="1908613"/>
          </a:xfrm>
          <a:prstGeom prst="rect">
            <a:avLst/>
          </a:prstGeom>
        </p:spPr>
      </p:pic>
      <p:pic>
        <p:nvPicPr>
          <p:cNvPr id="7" name="Image 6" descr="Une image contenant Graphique, logo, graphisme, symbole&#10;&#10;Le contenu généré par l’IA peut être incorrect.">
            <a:extLst>
              <a:ext uri="{FF2B5EF4-FFF2-40B4-BE49-F238E27FC236}">
                <a16:creationId xmlns:a16="http://schemas.microsoft.com/office/drawing/2014/main" id="{147BF427-C255-5D0B-304C-4E1998D6D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9601" y="5248270"/>
            <a:ext cx="1901009" cy="190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13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484139-368D-5C7D-F12D-1CA3F861005C}"/>
              </a:ext>
            </a:extLst>
          </p:cNvPr>
          <p:cNvSpPr/>
          <p:nvPr/>
        </p:nvSpPr>
        <p:spPr>
          <a:xfrm>
            <a:off x="-144379" y="-128337"/>
            <a:ext cx="12336379" cy="7018421"/>
          </a:xfrm>
          <a:prstGeom prst="rect">
            <a:avLst/>
          </a:prstGeom>
          <a:solidFill>
            <a:srgbClr val="0244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2F80C2-4667-EC22-5559-550049635E8E}"/>
              </a:ext>
            </a:extLst>
          </p:cNvPr>
          <p:cNvSpPr/>
          <p:nvPr/>
        </p:nvSpPr>
        <p:spPr>
          <a:xfrm>
            <a:off x="5899371" y="25729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fr-FR" sz="54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659C925D-E740-E84A-577B-C42F00BF5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64988" y="949059"/>
            <a:ext cx="7244233" cy="419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D29414-9B7A-85F2-B7C8-E74AB009AD4E}"/>
              </a:ext>
            </a:extLst>
          </p:cNvPr>
          <p:cNvSpPr/>
          <p:nvPr/>
        </p:nvSpPr>
        <p:spPr>
          <a:xfrm>
            <a:off x="2629768" y="25729"/>
            <a:ext cx="67239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Initiation à </a:t>
            </a:r>
            <a:r>
              <a:rPr lang="fr-FR" sz="5400" b="1" dirty="0" err="1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Terraform</a:t>
            </a:r>
            <a:endParaRPr lang="fr-FR" sz="54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Picture 2" descr="Amazon Web Services Logo, symbol, meaning, history, PNG, brand">
            <a:extLst>
              <a:ext uri="{FF2B5EF4-FFF2-40B4-BE49-F238E27FC236}">
                <a16:creationId xmlns:a16="http://schemas.microsoft.com/office/drawing/2014/main" id="{47CFCBAD-DE3A-292E-1111-FEF283156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486" y="5195067"/>
            <a:ext cx="2577387" cy="1449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Download HD Hashicorp Terraform Logo Transparent PNG Image - NicePNG.com">
            <a:extLst>
              <a:ext uri="{FF2B5EF4-FFF2-40B4-BE49-F238E27FC236}">
                <a16:creationId xmlns:a16="http://schemas.microsoft.com/office/drawing/2014/main" id="{13DC7EDA-6555-E3CD-3A78-42131247B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830" y="5190295"/>
            <a:ext cx="1529908" cy="150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>
            <a:extLst>
              <a:ext uri="{FF2B5EF4-FFF2-40B4-BE49-F238E27FC236}">
                <a16:creationId xmlns:a16="http://schemas.microsoft.com/office/drawing/2014/main" id="{1CB93A31-EE62-CD2D-923C-DF517A466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281" y="5310091"/>
            <a:ext cx="2577387" cy="107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3459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2981</TotalTime>
  <Words>3</Words>
  <Application>Microsoft Office PowerPoint</Application>
  <PresentationFormat>Grand écran</PresentationFormat>
  <Paragraphs>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wasemo NDOUDI</dc:creator>
  <cp:lastModifiedBy>wasemo NDOUDI</cp:lastModifiedBy>
  <cp:revision>3</cp:revision>
  <dcterms:created xsi:type="dcterms:W3CDTF">2025-11-03T13:49:48Z</dcterms:created>
  <dcterms:modified xsi:type="dcterms:W3CDTF">2025-11-16T09:49:07Z</dcterms:modified>
</cp:coreProperties>
</file>